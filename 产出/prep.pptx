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2026 春季 OS 训练营答辩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StarryOS 网络应用适配与测试体系构建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Antareske  |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训练营工作总体路线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666666"/>
                </a:solidFill>
              </a:defRPr>
            </a:pPr>
            <a:r>
              <a:t>围绕 StarryOS 的 Linux 网络应用兼容性，持续做「应用驱动测试 → 问题定位修复 → 测试框架固化」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方案一 · 系统调用测试基础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  epoll 事件复用 + 文件同步 syscall → 测例编写 / 内核语义修复 / 四架构 CI 验证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方案二 · Linux 应用适配与测试框架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  Nginx 14 phase 测试框架 + Apache 7 phase 测试框架 → 统一 runner 架构 / 三层测试体系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  net-bench 网络性能测试基础设施 → vhost/tap/slirp 拓扑 / 5 类性能测试 / eBPF 观测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方案三 · 网络性能优化与 OS 功能赛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  StarryOS 网络栈瓶颈评估 → 三阶段优化路线 (稳定性 / 单核效率 / 多核扩展)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  proj57 ACT 推理 → QEMU CPU + RK3588 NPU 两阶段交付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方案一：系统调用测试基础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方案一 · 系统调用测试基础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666666"/>
                </a:solidFill>
              </a:defRPr>
            </a:pPr>
            <a:r>
              <a:t>从 man 手册到测例到内核修复，打通四架构 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分类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Syscall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工作内容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发现/修复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事件复用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epoll_create1 / ctl / pwait / pwait2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编写 C 源码测例，覆盖核心语义 + 错误路径，四架构全通过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sigsetsize 检查与 Linux ABI 不一致 → 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文件同步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fsync / fdatasync / sync / syncfs / sync_file_range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编写测例 → 发现行为偏差 → 修复内核 → 四架构回归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syncfs: 无效 fd 返回 0 → 修复为 EBADF</a:t>
                      </a:r>
                    </a:p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sync_file_range: flags 未校验 / pipe fd errno 错误 → 修复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3 个 Merged 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#658 / #900 / #903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方法论：先对照 Linux man 手册逐条梳理语义 → 在 Linux 上验证测例正确性 → 同一测例验证 StarryOS → 四架构 CI 回归 → 提交 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方案二：Linux 应用适配与测试框架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Nginx 测试框架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测试模式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smoke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CI 快速验证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APK 安装 → 基础启动 → HTTP 请求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 (x14)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分阶段功能测试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phase00 环境 → phase70 信号生命周期 → phase90 配置特性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stress (x3)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性能压力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S0 基线 / S1 短连接 / S2 keepalive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debug (x5)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问题定位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单步调试 / 日志增强 / 独立探针脚本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918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关键修复：多 worker 卡死 → send_signal / task.interrupt() 改进 + EPOLLEXCLUSIVE 合法化 [#1018]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x86_64 短连接超时 → 分段计时定位：瓶颈在 curl 进程启动(1-3s)，非 Nginx 响应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loongarch64 OOM → 内存配置 1G → 2G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稳定性改进：固定 APK 镜像版本 / 动态启动路径统一 / QEMU 配置分层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6 个 Merged PR: #1014 / #1018 / #1038 / #1267 / #1297 / #1316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Apache 测试框架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覆盖内容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关键验证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多进程管理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prefork MPM / graceful 重启 / worker 数量控制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phase30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HTTP 静态文件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GET / Content-Type / Last-Modified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目录访问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DirectoryIndex / FancyIndexing / .htaccess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phase50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日志生命周期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access/error log / USR1 reopen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sendfile +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大文件 / HTTP Range / mmap/sendfile 路径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phase70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CGI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脚本执行 / 环境变量 / 管道通信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phase80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模块特性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mod_rewrite / mod_alias / mod_headers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1206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关键问题定位：TCP_DEFER_ACCEPT 失败为警告而非错误 → C 探针验证 → smoke 策略收敛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调试工具集：15 个 debug 探针（含 C 源码探针 tcp-defer-accept-probe.c）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PR #1311 (Open)，代码量 2367+ 行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复用 Nginx 的「统一 runner + 分层 smoke/phase/debug」架构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方案三：网络性能优化与 OS 功能赛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网络性能测试基础设施 (net-bench)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测试拓扑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TAP + vhost-net, KVM 加速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主力性能测试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tap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TAP without vhost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降级方案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slirp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QEMU usermode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功能冒烟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6888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测试维度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关注点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tcp1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TCP 单流上行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单连接发送吞吐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tcp4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TCP 4 并发流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并发锁竞争与调度开销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tcp1r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TCP 单流下行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接收路径吞吐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udp1g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UDP 大包 1Gbps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无连接大包吞吐/丢包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udp64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UDP 64B 小包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PPS 极限，每包固定开销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环境自适应：自动检测平台/架构/KVM/vhost-net 可用性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全流程自动化：环境配置 → iperf3 测试 → 结果汇总(mean/stddev) → 资源清理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eBPF net_stats 观测：kprobe/kretprobe 探针，协议栈内部收发统计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分支：feat/net-enhance (未合并)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StarryOS 网络栈瓶颈评估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瓶颈类别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现状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内存拷贝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每包 4+ 次拷贝 (DMA→Vec→rx_buffer→socket环→用户)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单核吞吐直接损耗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全局锁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SOCKET_SET / SERVICE 全局 Mutex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多核扩展性不足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批处理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RX_PREFETCH_TARGET = 1, 每包加锁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小包 PPS 受限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硬件 offload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无校验和 offload / TSO / GRO / GSO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CPU 额外开销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缓冲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Router 环 64 包固定容量, setsockopt no-op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突发丢包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38328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优化阶段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重点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当前完成度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第一阶段: 稳定性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清理 panic / 丢包统计 / 批处理 / 缓冲扩容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约 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第二阶段: 单核效率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去拷贝 / buffer 池 / offload / 窗口调整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约 10%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第三阶段: 多核扩展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锁拆分 / 多队列 RSS / per-CPU 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约 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综合完成度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约 30%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proj57 · ACT 推理 (QEMU + RK3588)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推理引擎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QEMU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riscv64 + musl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tract (ONNX CPU)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推理 ~25.2s, golden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RK3588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Orange Pi 5 Plus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RKNPU2 NPU (FFI)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推理 29.4ms, golden 通过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完成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SG2002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荔枝派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CVITEK TPU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待申请开发板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计划中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6888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Linux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StarryOS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Starry/Linux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模型加载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106.6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778.9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7.30x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瓶颈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预处理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60.0 ms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91.1 ms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1.52x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inputs_set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6.0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12.3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2.07x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NPU 执行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15.7 ms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13.9 ms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Starry 更快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端到端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21.9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29.4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1.34x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技术要点：ONNX → RKNN 转换 / glibc-musl 兼容 / 分阶段计时 / 多核 NPU 策略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镜像构建固化：overlay rootfs → 官方 DTB → FIT repack → 局部更新脚本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结论：NPU 执行阶段 StarryOS 已优于 Linux (all cores)；瓶颈在模型加载与预处理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分支：proj57 (未合并)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PR 与代码产出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epoll 测例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#900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sigsetsize 修复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文件同步系统调用对齐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#1014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Nginx CI 初始实现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Nginx 多 worker 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#1038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Nginx 完整测试框架 (14 phase + 4 arch)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动态启动路径修复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#1297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x86 IPI 修复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#1316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VmPeak &amp; VmHWM 增强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#1311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Apache 测试框架 (2367+ 行)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分支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feat/net-enhance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net-bench + eBPF net_stats (未合并)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分支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proj57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t>ACT 推理 QEMU + RK3588 (未合并)</a:t>
                      </a:r>
                    </a:p>
                  </a:txBody>
                  <a:tcPr anchor="ctr"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</a:defRPr>
            </a:pPr>
            <a:r>
              <a:t>测试代码总览：Nginx 14 phase + 5 debug + 3 stress + Apache 7 phase + 15 debug 探针 + net-bench 5 维度×3 拓扑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A56DB"/>
                </a:solidFill>
              </a:defRPr>
            </a:pPr>
            <a:r>
              <a:t>0+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方法论与经验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工程方法论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三层测试体系：smoke(CI 快速验证) → phase(阶段性功能递进) → debug(问题定位)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统一 runner 架构：单一入口脚本，模式切换参数化，超时和清理统一处理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应用驱动测试：以真实 Linux 应用为场景，每个阻塞问题拆分为最小可验证修复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性能问题需分段计时：x86 短连接超时案例 → 误判为网络栈问题，实际是进程启动开销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smoke 测试范围要保守：Apache TCP_DEFER_ACCEPT 案例 → 收敛到确定可用功能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核心收获：从「写测试」进阶到「建框架」，从「跑通功能」深入到「定位根因」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网络栈方向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清理数据面 panic 路径，增加统计计数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实现 RX 批处理 (RX_PREFETCH_TARGET → 32/64) 与 buffer 池复用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推进 SOCKET_SET 锁拆分与多队列支持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建立 QEMU+vhost 持续性能回归基线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proj57 方向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申请 SG2002 开发板，完成 TPU 推理适配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优化模型加载和预处理阶段性能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工程方向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推动 Apache 测试 PR 合并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  → 完善 net-bench 与 eBPF 工具的自动集成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ea typeface="+mj-ea"/>
              </a:rPr>
              <a:t>导师：陈渝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ea typeface="+mj-ea"/>
              </a:rPr>
              <a:t>助教：</a:t>
            </a:r>
            <a:r>
              <a:rPr lang="en-US" altLang="zh-CN" dirty="0" err="1">
                <a:ea typeface="+mj-ea"/>
              </a:rPr>
              <a:t>Mr</a:t>
            </a:r>
            <a:r>
              <a:rPr lang="en-US" altLang="zh-CN" dirty="0">
                <a:ea typeface="+mj-ea"/>
              </a:rPr>
              <a:t> Graveyard</a:t>
            </a:r>
            <a:r>
              <a:rPr lang="zh-CN" altLang="en-US" dirty="0">
                <a:ea typeface="+mj-ea"/>
              </a:rPr>
              <a:t>（方案一）、</a:t>
            </a:r>
            <a:r>
              <a:rPr lang="en-US" altLang="zh-CN" dirty="0">
                <a:ea typeface="+mj-ea"/>
              </a:rPr>
              <a:t>Ajax</a:t>
            </a:r>
            <a:r>
              <a:rPr lang="zh-CN" altLang="en-US" dirty="0">
                <a:ea typeface="+mj-ea"/>
              </a:rPr>
              <a:t>（</a:t>
            </a:r>
            <a:r>
              <a:rPr lang="en-US" altLang="zh-CN" dirty="0">
                <a:ea typeface="+mj-ea"/>
              </a:rPr>
              <a:t>rk3588</a:t>
            </a:r>
            <a:r>
              <a:rPr lang="zh-CN" altLang="en-US" dirty="0">
                <a:ea typeface="+mj-ea"/>
              </a:rPr>
              <a:t>）、周睿老师（</a:t>
            </a:r>
            <a:r>
              <a:rPr lang="en-US" altLang="zh-CN" dirty="0">
                <a:ea typeface="+mj-ea"/>
              </a:rPr>
              <a:t>NPU </a:t>
            </a:r>
            <a:r>
              <a:rPr lang="zh-CN" altLang="en-US" dirty="0">
                <a:ea typeface="+mj-ea"/>
              </a:rPr>
              <a:t>优化与 </a:t>
            </a:r>
            <a:r>
              <a:rPr lang="en-US" altLang="zh-CN" dirty="0">
                <a:ea typeface="+mj-ea"/>
              </a:rPr>
              <a:t>PR review</a:t>
            </a:r>
            <a:r>
              <a:rPr lang="zh-CN" altLang="en-US" dirty="0">
                <a:ea typeface="+mj-ea"/>
              </a:rPr>
              <a:t>）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zh-CN" altLang="en-US" dirty="0">
                <a:ea typeface="+mj-ea"/>
              </a:rPr>
              <a:t>同组：</a:t>
            </a:r>
            <a:r>
              <a:rPr lang="en-US" altLang="zh-CN" dirty="0">
                <a:ea typeface="+mj-ea"/>
              </a:rPr>
              <a:t>aptacc2421</a:t>
            </a:r>
            <a:r>
              <a:rPr lang="zh-CN" altLang="en-US" dirty="0">
                <a:ea typeface="+mj-ea"/>
              </a:rPr>
              <a:t>、</a:t>
            </a:r>
            <a:r>
              <a:rPr lang="en-US" altLang="zh-CN" dirty="0">
                <a:ea typeface="+mj-ea"/>
              </a:rPr>
              <a:t>WellDown64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en-US" altLang="zh-CN" dirty="0">
                <a:ea typeface="+mj-ea"/>
              </a:rPr>
              <a:t>Nginx </a:t>
            </a:r>
            <a:r>
              <a:rPr lang="zh-CN" altLang="en-US" dirty="0">
                <a:ea typeface="+mj-ea"/>
              </a:rPr>
              <a:t>初步支持：龙同学 </a:t>
            </a:r>
            <a:r>
              <a:rPr lang="en-US" altLang="zh-CN" dirty="0">
                <a:ea typeface="+mj-ea"/>
              </a:rPr>
              <a:t>(</a:t>
            </a:r>
            <a:r>
              <a:rPr lang="en-US" altLang="zh-CN" dirty="0" err="1">
                <a:ea typeface="+mj-ea"/>
              </a:rPr>
              <a:t>LetsWalkInLine</a:t>
            </a:r>
            <a:r>
              <a:rPr lang="en-US" altLang="zh-CN" dirty="0">
                <a:ea typeface="+mj-ea"/>
              </a:rPr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rPr lang="en-US" altLang="zh-CN" dirty="0" err="1">
                <a:ea typeface="+mj-ea"/>
              </a:rPr>
              <a:t>eBPF</a:t>
            </a:r>
            <a:r>
              <a:rPr lang="en-US" altLang="zh-CN" dirty="0">
                <a:ea typeface="+mj-ea"/>
              </a:rPr>
              <a:t> </a:t>
            </a:r>
            <a:r>
              <a:rPr lang="zh-CN" altLang="en-US" dirty="0">
                <a:ea typeface="+mj-ea"/>
              </a:rPr>
              <a:t>内核运行时：</a:t>
            </a:r>
            <a:r>
              <a:rPr lang="en-US" altLang="zh-CN" dirty="0">
                <a:ea typeface="+mj-ea"/>
              </a:rPr>
              <a:t>CN-</a:t>
            </a:r>
            <a:r>
              <a:rPr lang="en-US" altLang="zh-CN" dirty="0" err="1">
                <a:ea typeface="+mj-ea"/>
              </a:rPr>
              <a:t>TangLin</a:t>
            </a:r>
            <a:endParaRPr lang="en-US" altLang="zh-CN" dirty="0">
              <a:ea typeface="+mj-ea"/>
            </a:endParaRPr>
          </a:p>
          <a:p>
            <a:pPr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endParaRPr lang="zh-CN" altLang="en-US" dirty="0"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1157</Words>
  <Application>Microsoft Office PowerPoint</Application>
  <PresentationFormat>宽屏</PresentationFormat>
  <Paragraphs>280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Ke Liu</cp:lastModifiedBy>
  <cp:revision>3</cp:revision>
  <dcterms:created xsi:type="dcterms:W3CDTF">2013-01-27T09:14:16Z</dcterms:created>
  <dcterms:modified xsi:type="dcterms:W3CDTF">2026-06-28T04:01:12Z</dcterms:modified>
  <cp:category/>
</cp:coreProperties>
</file>